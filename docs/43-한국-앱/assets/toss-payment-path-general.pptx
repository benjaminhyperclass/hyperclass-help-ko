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심사용 결제경로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결제방식: </a:t>
            </a:r>
            <a:pPr indent="0" marL="0">
              <a:buNone/>
            </a:pPr>
            <a:r>
              <a:rPr lang="en-US" sz="40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일반결제(단건)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상호명 *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2286000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228600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사업자등록증 기준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사업자등록번호 *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2907792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9077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123-45-67890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URL *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3529584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52958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 포함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1513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상점아이디(MID) — 일반결제 *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4151376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15137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토스페이먼츠에서 발급받은 영문 MID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7731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ID / PW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4773168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77316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전용 구매인 경우 필수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5394960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539496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2026-07-27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6217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일반결제(단건) 심사 전용입니다. 빌링(정기결제) 심사용 결제경로는 별도 파일로 제출하세요.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일반결제(단건)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하단(footer) 사업자 정보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하단에 상호명 · 대표자명 · 사업자등록번호 · 사업장 주소 · 유선번호 · 통신판매업번호 6가지가 모두 보이도록 캡처하세요.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 6종 정보가 모두 한 화면에 보여야 하며, 사업자등록증과 표기가 동일해야 합니다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일반결제(단건)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규정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 또는 환불정책 페이지에서 환불 조건·기한·방법이 명시된 부분을 캡처하세요.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가능 기간 · 처리 기한 · 환불 수단이 보이도록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일반결제(단건)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회원가입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화면을 캡처하세요. 비회원 구매가 가능하면 비회원 구매 버튼이 보이는 화면으로 대체합니다.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전용 구매라면 표지에 기재한 테스트 계정으로 로그인하는 화면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일반결제(단건)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 → 주문서 작성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목록 → 상품 상세(이름·가격·설명) → 주문서 작성까지의 흐름을 캡처하세요. 여러 화면을 이 슬라이드에 나란히 붙여도 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 · 이미지 · 금액이 결제 금액과 동일하게 보여야 합니다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일반결제(단건)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 결제창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결제수단에서 신용/체크카드 선택 → 토스페이먼츠 결제창 → 카드 정보 입력 화면까지 캡처하세요. (BC카드 대비: 카드 인증 화면까지 캡처해 두면 재요청이 없습니다)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키 결제창도 심사 가능합니다 — 결제창이 정상적으로 열리는 것이 핵심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결제경로_일반결제_템플릿</dc:title>
  <dc:subject/>
  <dc:creator>HyperClass</dc:creator>
  <cp:lastModifiedBy>HyperClass</cp:lastModifiedBy>
  <cp:revision>1</cp:revision>
  <dcterms:created xsi:type="dcterms:W3CDTF">2026-07-27T06:57:14Z</dcterms:created>
  <dcterms:modified xsi:type="dcterms:W3CDTF">2026-07-27T06:57:14Z</dcterms:modified>
</cp:coreProperties>
</file>