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심사용 결제경로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결제방식: </a:t>
            </a:r>
            <a:pPr indent="0" marL="0">
              <a:buNone/>
            </a:pPr>
            <a:r>
              <a:rPr lang="en-US" sz="40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상호명 *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0" y="2286000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228600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사업자등록증 기준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 *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907792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9077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123-45-67890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URL *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3529584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52958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 포함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1513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상점아이디(MID) — 빌링 *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4151376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15137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토스페이먼츠에서 발급받은 영문 MID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7731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ID / PW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4773168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77316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구매인 경우 필수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5394960"/>
            <a:ext cx="6858000" cy="475488"/>
          </a:xfrm>
          <a:prstGeom prst="roundRect">
            <a:avLst>
              <a:gd name="adj" fmla="val 9615"/>
            </a:avLst>
          </a:prstGeom>
          <a:solidFill>
            <a:srgbClr val="F3EAE2"/>
          </a:solidFill>
          <a:ln w="9525">
            <a:solidFill>
              <a:srgbClr val="E8D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53949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2026-07-27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6217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빌링(정기결제) 심사 전용입니다. 일반결제(단건) 심사용 결제경로는 별도 파일로 제출하세요.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하단(footer) 사업자 정보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하단에 상호명 · 대표자명 · 사업자등록번호 · 사업장 주소 · 유선번호 · 통신판매업번호 6가지가 모두 보이도록 캡처하세요.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footer 6종 정보가 모두 한 화면에 보여야 하며, 사업자등록증과 표기가 동일해야 합니다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규정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정책 페이지에서 환불 조건과 함께 "구독 해지·자동결제 중단" 규정이 보이는 부분을 캡처하세요.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해지 방법 · 다음 결제 중단 시점 · 기결제 회차 환불 기준이 보이면 가장 좋습니다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회원가입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화면을 캡처하세요. 비회원 구매가 가능하면 비회원 구매 버튼이 보이는 화면으로 대체합니다.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전용 구매라면 표지에 기재한 테스트 계정으로 로그인하는 화면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상품 상세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상품 페이지를 캡처하세요. "월 49,000원", "매월 자동결제" 등 정기결제 상품임이 드러나는 문구와 가격이 반드시 보여야 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주기(월/년) · 금액 · 자동결제 안내 문구가 보이는 화면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등록(빌링) 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주문서에서 결제 진행 → 토스페이먼츠 카드 등록창이 열린 화면을 캡처하세요. 일반 결제창이 아닌 "카드 등록" 흐름임이 보여야 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번호 입력 · 카드 등록 화면 (빌링키 발급 창)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완료 + 구독 활성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결제/등록 완료 화면과, 계정에서 구독이 Active 상태로 표시되고 다음 결제일이 보이는 화면을 함께 캡처하세요.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Subscription: Active + 다음 결제일(오늘+1개월)이 보이는 화면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결제경로 </a:t>
            </a:r>
            <a:pPr indent="0" marL="0">
              <a:buNone/>
            </a:pPr>
            <a:r>
              <a:rPr lang="en-US" sz="13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빌링(정기결제)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515600" y="292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해지 경로 (권장)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구독을 해지할 수 있는 버튼/메뉴가 보이는 화면을 캡처하세요. 자동결제 심사에서 소비자 보호 관점으로 확인하는 항목입니다.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94C5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4C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 여기에 캡처를 붙여넣으세요 (Ctrl+V / Cmd+V)
</a:t>
            </a:r>
            <a:pPr algn="ctr"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 버튼 · 해지 신청 화면 (없으면 이 슬라이드는 삭제해도 되지만, 있으면 심사가 순조롭습니다)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규칙  ✓ 주소창 도메인 노출 (북마크바 제거)   ✓ PC 시계 함께 노출   ✓ 흐름이 이어지게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결제경로_빌링_템플릿</dc:title>
  <dc:subject/>
  <dc:creator>HyperClass</dc:creator>
  <cp:lastModifiedBy>HyperClass</cp:lastModifiedBy>
  <cp:revision>1</cp:revision>
  <dcterms:created xsi:type="dcterms:W3CDTF">2026-07-27T06:57:14Z</dcterms:created>
  <dcterms:modified xsi:type="dcterms:W3CDTF">2026-07-27T06:57:14Z</dcterms:modified>
</cp:coreProperties>
</file>